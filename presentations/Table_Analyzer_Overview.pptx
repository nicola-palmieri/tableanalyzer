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7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43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68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C4D2F-30A8-1C43-8374-9D9D8BF63153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911241-7DC5-2249-8C77-6E6B4E462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6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32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7FF"/>
            </a:gs>
            <a:gs pos="100000">
              <a:srgbClr val="DCECFA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5400" b="1">
                <a:solidFill>
                  <a:srgbClr val="1E3246"/>
                </a:solidFill>
              </a:defRPr>
            </a:pPr>
            <a:r>
              <a:rPr dirty="0"/>
              <a:t>Table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2980" y="3657600"/>
            <a:ext cx="7178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Turn you tabular data into publication-ready </a:t>
            </a:r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summary tables and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400">
                <a:solidFill>
                  <a:srgbClr val="1E3246"/>
                </a:solidFill>
              </a:defRPr>
            </a:pPr>
            <a:r>
              <a:t>Developed by Nicola Palmieri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C87B-D5FA-3788-37B7-B5FF88A2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34A4BA-C93F-F175-CB79-50A8F3032521}"/>
              </a:ext>
            </a:extLst>
          </p:cNvPr>
          <p:cNvSpPr txBox="1"/>
          <p:nvPr/>
        </p:nvSpPr>
        <p:spPr>
          <a:xfrm>
            <a:off x="858591" y="612844"/>
            <a:ext cx="7772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Who am 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Bioinformatician specializing in genomics, neuroinformatics, and high-throughput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Researcher at </a:t>
            </a:r>
            <a:r>
              <a:rPr lang="en-US" b="1" dirty="0" err="1"/>
              <a:t>Vetmeduni</a:t>
            </a:r>
            <a:r>
              <a:rPr lang="en-US" b="1" dirty="0"/>
              <a:t> Wien</a:t>
            </a:r>
            <a:r>
              <a:rPr lang="en-US" dirty="0"/>
              <a:t> and </a:t>
            </a:r>
            <a:r>
              <a:rPr lang="en-US" b="1" dirty="0" err="1"/>
              <a:t>a:head</a:t>
            </a:r>
            <a:r>
              <a:rPr lang="en-US" b="1" dirty="0"/>
              <a:t> Bio</a:t>
            </a:r>
            <a:r>
              <a:rPr lang="en-US" dirty="0"/>
              <a:t> with &gt;10 years experience in evolutionary genomics and pathogen biology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Experience in biological signal processing, microscopy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of R/</a:t>
            </a:r>
            <a:r>
              <a:rPr lang="en-US" dirty="0" err="1"/>
              <a:t>Streamlit</a:t>
            </a:r>
            <a:r>
              <a:rPr lang="en-US" dirty="0"/>
              <a:t> applications for biological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Passionate about transforming complex datasets into clear, interpretable, publication-ready insights</a:t>
            </a:r>
          </a:p>
          <a:p>
            <a:endParaRPr lang="en-US" sz="2400" b="1" dirty="0"/>
          </a:p>
          <a:p>
            <a:r>
              <a:rPr lang="en-US" sz="2400" b="1" dirty="0"/>
              <a:t>My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Genomics of bacterial, viral, and protozoan pathogens in veterinary medicine, focusing on evolution, virulence factors, antimicrobial resistance, and outbreak characterization using 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pipelines and apps to extract and analyze functional and morphological metrics from brain-organoid activity data</a:t>
            </a:r>
          </a:p>
        </p:txBody>
      </p:sp>
    </p:spTree>
    <p:extLst>
      <p:ext uri="{BB962C8B-B14F-4D97-AF65-F5344CB8AC3E}">
        <p14:creationId xmlns:p14="http://schemas.microsoft.com/office/powerpoint/2010/main" val="385055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210312"/>
            <a:ext cx="77724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Table Analyzer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Lightweight R Shiny app for analyzing tabular datasets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Generates publication-ready tables and plots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Designed for clarity, reproducibility, and speed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Based on a modern, model-based statistical framework (ANOVA, LM, LMM)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can do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Seven analysis modules: Descriptive Statistics, One-way ANOVA, Two-way ANOVA, LM, LMM, Pairwise Correlation, PCA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Download publication-formatted tables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Export plots at 300 dpi (PNG)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is not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a replacement for Excel, GraphPad Prism, or SPSS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intended for data editing or spreadsheet management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Why it speeds up analysis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Multiple responses in parallel: run the same model across several outcomes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Stratification: fit models within groups (batch, treatment, animal group)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Plots adapt automatically to both multiple responses and stratification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281</Words>
  <Application>Microsoft Macintosh PowerPoint</Application>
  <PresentationFormat>On-screen Show (4:3)</PresentationFormat>
  <Paragraphs>35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Palmieri Nicola</cp:lastModifiedBy>
  <cp:revision>19</cp:revision>
  <dcterms:created xsi:type="dcterms:W3CDTF">2013-01-27T09:14:16Z</dcterms:created>
  <dcterms:modified xsi:type="dcterms:W3CDTF">2025-11-24T14:08:50Z</dcterms:modified>
  <cp:category/>
</cp:coreProperties>
</file>