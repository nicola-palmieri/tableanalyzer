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795528" y="210312"/>
            <a:ext cx="7772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/>
              <a:t>Who am I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Overview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Export plots at 300 dpi (PNG)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it speeds up analysis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Plots adapt automatically to both multiple responses and stratification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152</Words>
  <Application>Microsoft Macintosh PowerPoint</Application>
  <PresentationFormat>On-screen Show (4:3)</PresentationFormat>
  <Paragraphs>26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4</cp:revision>
  <dcterms:created xsi:type="dcterms:W3CDTF">2013-01-27T09:14:16Z</dcterms:created>
  <dcterms:modified xsi:type="dcterms:W3CDTF">2025-11-24T12:47:29Z</dcterms:modified>
  <cp:category/>
</cp:coreProperties>
</file>