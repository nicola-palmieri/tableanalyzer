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57" r:id="rId4"/>
    <p:sldId id="262" r:id="rId5"/>
    <p:sldId id="259" r:id="rId6"/>
    <p:sldId id="260" r:id="rId7"/>
    <p:sldId id="263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8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specializing in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 in evolutionary genomics and pathogen biology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in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Export plots at 300 dpi (PNG)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it speeds up analysis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Plots adapt automatically to both multiple responses and stratification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633</Words>
  <Application>Microsoft Macintosh PowerPoint</Application>
  <PresentationFormat>On-screen Show (4:3)</PresentationFormat>
  <Paragraphs>71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NOTES on LMM</vt:lpstr>
      <vt:lpstr>PowerPoint Presentation</vt:lpstr>
      <vt:lpstr>PowerPoint Presentation</vt:lpstr>
      <vt:lpstr>NOTES on PCA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22</cp:revision>
  <dcterms:created xsi:type="dcterms:W3CDTF">2013-01-27T09:14:16Z</dcterms:created>
  <dcterms:modified xsi:type="dcterms:W3CDTF">2025-11-25T09:41:27Z</dcterms:modified>
  <cp:category/>
</cp:coreProperties>
</file>