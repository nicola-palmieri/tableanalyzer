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6" r:id="rId12"/>
    <p:sldId id="272" r:id="rId13"/>
    <p:sldId id="273" r:id="rId14"/>
    <p:sldId id="262" r:id="rId15"/>
    <p:sldId id="259" r:id="rId16"/>
    <p:sldId id="260" r:id="rId17"/>
    <p:sldId id="263" r:id="rId18"/>
    <p:sldId id="265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8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Ability to load both long and wide datasets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218356"/>
            <a:ext cx="8544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and flexible in shape.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Can be sharply rising or gently curved depending on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Appears in measurements that change pace over time, such as growth or production curves.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with a rapid drop-off.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values occur often, large values are rare.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Seen in quick biological processes where most observations cluster near the lower end.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3024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4156</TotalTime>
  <Words>1601</Words>
  <Application>Microsoft Macintosh PowerPoint</Application>
  <PresentationFormat>On-screen Show (4:3)</PresentationFormat>
  <Paragraphs>206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PowerPoint Presentation</vt:lpstr>
      <vt:lpstr>NOTES on LM</vt:lpstr>
      <vt:lpstr>PowerPoint Presentation</vt:lpstr>
      <vt:lpstr>NOTES on LMM</vt:lpstr>
      <vt:lpstr>PowerPoint Presentation</vt:lpstr>
      <vt:lpstr>PowerPoint Presentation</vt:lpstr>
      <vt:lpstr>NOTES on PCA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44</cp:revision>
  <dcterms:created xsi:type="dcterms:W3CDTF">2013-01-27T09:14:16Z</dcterms:created>
  <dcterms:modified xsi:type="dcterms:W3CDTF">2025-11-27T10:17:46Z</dcterms:modified>
  <cp:category/>
</cp:coreProperties>
</file>